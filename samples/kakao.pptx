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카카오 (035720)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기업개요</a:t>
            </a:r>
          </a:p>
          <a:p>
            <a:r>
              <a:t>카카오는 한국 1위 메신저 플랫폼.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투자 아이디어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AI 신사업 진출</a:t>
            </a:r>
          </a:p>
          <a:p>
            <a:r>
              <a:t>- 광고 매출 회복</a:t>
            </a:r>
          </a:p>
          <a:p>
            <a:r>
              <a:t>- 카카오뱅크 재상장 효과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투자 리스크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규제 리스크</a:t>
            </a:r>
          </a:p>
          <a:p>
            <a:r>
              <a:t>- 경영진 사법 리스크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목표주가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목표주가: 60,000원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